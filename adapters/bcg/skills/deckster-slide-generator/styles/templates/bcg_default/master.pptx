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17" r:id="rId1"/>
  </p:sldMasterIdLst>
  <p:notesMasterIdLst>
    <p:notesMasterId r:id="rId7"/>
  </p:notesMasterIdLst>
  <p:handoutMasterIdLst>
    <p:handoutMasterId r:id="rId8"/>
  </p:handoutMasterIdLst>
  <p:sldIdLst>
    <p:sldId id="256" r:id="rId2"/>
    <p:sldId id="257" r:id="rId3"/>
    <p:sldId id="258" r:id="rId4"/>
    <p:sldId id="261" r:id="rId5"/>
    <p:sldId id="260" r:id="rId6"/>
  </p:sldIdLst>
  <p:sldSz cx="12192000" cy="6858000"/>
  <p:notesSz cx="6950075" cy="9236075"/>
  <p:custShowLst>
    <p:custShow name="Format Guide Workshop" id="0">
      <p:sldLst/>
    </p:custShow>
  </p:custShow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66" autoAdjust="0"/>
    <p:restoredTop sz="96323" autoAdjust="0"/>
  </p:normalViewPr>
  <p:slideViewPr>
    <p:cSldViewPr snapToGrid="0">
      <p:cViewPr>
        <p:scale>
          <a:sx n="128" d="100"/>
          <a:sy n="128" d="100"/>
        </p:scale>
        <p:origin x="320" y="17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3/2/26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3/2/26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1</a:t>
            </a:fld>
            <a:endParaRPr lang="en-US" dirty="0"/>
          </a:p>
        </p:txBody>
      </p:sp>
    </p:spTree>
    <p:extLst>
      <p:ext uri="{BB962C8B-B14F-4D97-AF65-F5344CB8AC3E}">
        <p14:creationId xmlns:p14="http://schemas.microsoft.com/office/powerpoint/2010/main" val="2851818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2</a:t>
            </a:fld>
            <a:endParaRPr lang="en-US" dirty="0"/>
          </a:p>
        </p:txBody>
      </p:sp>
    </p:spTree>
    <p:extLst>
      <p:ext uri="{BB962C8B-B14F-4D97-AF65-F5344CB8AC3E}">
        <p14:creationId xmlns:p14="http://schemas.microsoft.com/office/powerpoint/2010/main" val="756601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3</a:t>
            </a:fld>
            <a:endParaRPr lang="en-US" dirty="0"/>
          </a:p>
        </p:txBody>
      </p:sp>
    </p:spTree>
    <p:extLst>
      <p:ext uri="{BB962C8B-B14F-4D97-AF65-F5344CB8AC3E}">
        <p14:creationId xmlns:p14="http://schemas.microsoft.com/office/powerpoint/2010/main" val="183265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5</a:t>
            </a:fld>
            <a:endParaRPr lang="en-US" dirty="0"/>
          </a:p>
        </p:txBody>
      </p:sp>
    </p:spTree>
    <p:extLst>
      <p:ext uri="{BB962C8B-B14F-4D97-AF65-F5344CB8AC3E}">
        <p14:creationId xmlns:p14="http://schemas.microsoft.com/office/powerpoint/2010/main" val="339254547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8.png"/><Relationship Id="rId4" Type="http://schemas.openxmlformats.org/officeDocument/2006/relationships/image" Target="../media/image7.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4.jp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4.xml"/><Relationship Id="rId7" Type="http://schemas.openxmlformats.org/officeDocument/2006/relationships/image" Target="../media/image2.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5.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5.png"/><Relationship Id="rId4" Type="http://schemas.openxmlformats.org/officeDocument/2006/relationships/image" Target="../media/image7.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4.jp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2.xml"/><Relationship Id="rId5" Type="http://schemas.openxmlformats.org/officeDocument/2006/relationships/image" Target="../media/image2.emf"/><Relationship Id="rId4" Type="http://schemas.openxmlformats.org/officeDocument/2006/relationships/oleObject" Target="../embeddings/oleObject16.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11451780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Picture Placeholder 13"/>
          <p:cNvSpPr>
            <a:spLocks noGrp="1"/>
          </p:cNvSpPr>
          <p:nvPr>
            <p:ph type="pic" sz="quarter" idx="13"/>
          </p:nvPr>
        </p:nvSpPr>
        <p:spPr/>
        <p:txBody>
          <a:bodyPr/>
          <a:lstStyle/>
          <a:p>
            <a:endParaRPr lang="en-US"/>
          </a:p>
        </p:txBody>
      </p:sp>
      <p:sp>
        <p:nvSpPr>
          <p:cNvPr id="13" name="Text Placeholder 12"/>
          <p:cNvSpPr>
            <a:spLocks noGrp="1"/>
          </p:cNvSpPr>
          <p:nvPr>
            <p:ph type="body" sz="quarter" idx="12"/>
          </p:nvPr>
        </p:nvSpPr>
        <p:spPr/>
        <p:txBody>
          <a:bodyPr/>
          <a:lstStyle/>
          <a:p>
            <a:endParaRPr lang="en-US" dirty="0"/>
          </a:p>
        </p:txBody>
      </p:sp>
      <p:sp>
        <p:nvSpPr>
          <p:cNvPr id="12" name="Subtitle 11"/>
          <p:cNvSpPr>
            <a:spLocks noGrp="1"/>
          </p:cNvSpPr>
          <p:nvPr>
            <p:ph type="subTitle" idx="1"/>
          </p:nvPr>
        </p:nvSpPr>
        <p:spPr/>
        <p:txBody>
          <a:bodyPr/>
          <a:lstStyle/>
          <a:p>
            <a:endParaRPr lang="en-US" dirty="0"/>
          </a:p>
        </p:txBody>
      </p:sp>
      <p:sp>
        <p:nvSpPr>
          <p:cNvPr id="11" name="Title 10"/>
          <p:cNvSpPr>
            <a:spLocks noGrp="1"/>
          </p:cNvSpPr>
          <p:nvPr>
            <p:ph type="ctrTitle"/>
          </p:nvPr>
        </p:nvSpPr>
        <p:spPr/>
        <p:txBody>
          <a:bodyPr/>
          <a:lstStyle/>
          <a:p>
            <a:endParaRPr lang="en-US" dirty="0"/>
          </a:p>
        </p:txBody>
      </p:sp>
    </p:spTree>
    <p:extLst>
      <p:ext uri="{BB962C8B-B14F-4D97-AF65-F5344CB8AC3E}">
        <p14:creationId xmlns:p14="http://schemas.microsoft.com/office/powerpoint/2010/main" val="190619637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Tree>
    <p:extLst>
      <p:ext uri="{BB962C8B-B14F-4D97-AF65-F5344CB8AC3E}">
        <p14:creationId xmlns:p14="http://schemas.microsoft.com/office/powerpoint/2010/main" val="11538013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Tree>
    <p:extLst>
      <p:ext uri="{BB962C8B-B14F-4D97-AF65-F5344CB8AC3E}">
        <p14:creationId xmlns:p14="http://schemas.microsoft.com/office/powerpoint/2010/main" val="40866408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72029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768102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16</Words>
  <Application>Microsoft Macintosh PowerPoint</Application>
  <PresentationFormat>Widescreen</PresentationFormat>
  <Paragraphs>4</Paragraphs>
  <Slides>5</Slides>
  <Notes>4</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vt:i4>
      </vt:variant>
      <vt:variant>
        <vt:lpstr>Custom Shows</vt:lpstr>
      </vt:variant>
      <vt:variant>
        <vt:i4>1</vt:i4>
      </vt:variant>
    </vt:vector>
  </HeadingPairs>
  <TitlesOfParts>
    <vt:vector size="10" baseType="lpstr">
      <vt:lpstr>Arial</vt:lpstr>
      <vt:lpstr>Trebuchet MS</vt:lpstr>
      <vt:lpstr>BCG Grid 16:9</vt:lpstr>
      <vt:lpstr>think-cell Slide</vt:lpstr>
      <vt:lpstr>PowerPoint Presentation</vt:lpstr>
      <vt:lpstr>PowerPoint Presentation</vt:lpstr>
      <vt:lpstr>PowerPoint Presentation</vt:lpstr>
      <vt:lpstr>PowerPoint Presentation</vt:lpstr>
      <vt:lpstr>PowerPoint Presentation</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Boston Consulting Group</dc:creator>
  <cp:lastModifiedBy>Wulff, Jan</cp:lastModifiedBy>
  <cp:revision>437</cp:revision>
  <cp:lastPrinted>2016-04-06T18:59:25Z</cp:lastPrinted>
  <dcterms:created xsi:type="dcterms:W3CDTF">2016-11-04T11:46:04Z</dcterms:created>
  <dcterms:modified xsi:type="dcterms:W3CDTF">2026-03-02T22:47:51Z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2026-03-02T22:47:51Z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1d0d9304-b604-40c5-9b39-c9e5f6258716</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ies>
</file>